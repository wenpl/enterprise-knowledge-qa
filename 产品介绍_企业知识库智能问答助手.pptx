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0D4FF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7B2FFF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011680"/>
            <a:ext cx="1371600" cy="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企业知识库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智能问答助手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让知识触手可及，让问答智能高效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产品介绍 |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产品背景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731520" cy="731520"/>
          </a:xfrm>
          <a:prstGeom prst="ellipse">
            <a:avLst/>
          </a:prstGeom>
          <a:solidFill>
            <a:srgbClr val="00D4FF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查找困难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文档分散，搜索效率低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417320"/>
            <a:ext cx="731520" cy="731520"/>
          </a:xfrm>
          <a:prstGeom prst="ellipse">
            <a:avLst/>
          </a:prstGeom>
          <a:solidFill>
            <a:srgbClr val="00D4FF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852160" y="1371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重复提问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852160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同一问题多次询问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246120"/>
            <a:ext cx="731520" cy="731520"/>
          </a:xfrm>
          <a:prstGeom prst="ellipse">
            <a:avLst/>
          </a:prstGeom>
          <a:solidFill>
            <a:srgbClr val="00D4FF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554480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知识孤岛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703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部门间知识不共享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3246120"/>
            <a:ext cx="731520" cy="731520"/>
          </a:xfrm>
          <a:prstGeom prst="ellipse">
            <a:avLst/>
          </a:prstGeom>
          <a:solidFill>
            <a:srgbClr val="00D4FF">
              <a:alpha val="3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852160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更新滞后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852160" y="3703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使用过时信息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7B2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核心功能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011680" cy="32004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011680" cy="10972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智能问答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自然语言提问，精准答案返回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51760" y="1188720"/>
            <a:ext cx="2011680" cy="32004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51760" y="1188720"/>
            <a:ext cx="2011680" cy="109728"/>
          </a:xfrm>
          <a:prstGeom prst="rect">
            <a:avLst/>
          </a:prstGeom>
          <a:solidFill>
            <a:srgbClr val="7B2FFF"/>
          </a:solidFill>
          <a:ln/>
        </p:spPr>
      </p:sp>
      <p:sp>
        <p:nvSpPr>
          <p:cNvPr id="11" name="Text 9"/>
          <p:cNvSpPr/>
          <p:nvPr/>
        </p:nvSpPr>
        <p:spPr>
          <a:xfrm>
            <a:off x="2834640" y="1463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7B2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834640" y="2103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文档管理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34640" y="26517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上传、处理、向量化一站式管理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1188720"/>
            <a:ext cx="2011680" cy="32004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188720"/>
            <a:ext cx="2011680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1463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029200" y="2103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来源追溯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0" y="26517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答案引用原文，可信可查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40880" y="1188720"/>
            <a:ext cx="2011680" cy="32004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40880" y="1188720"/>
            <a:ext cx="201168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0" y="1463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223760" y="2103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数据统计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23760" y="26517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问答分析，洞察用户需求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技术架构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77240"/>
          </a:xfrm>
          <a:prstGeom prst="roundRect">
            <a:avLst>
              <a:gd name="adj" fmla="val 5882"/>
            </a:avLst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0" y="1280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Web界面 | 移动端 | API接口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0" y="1874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FF"/>
                </a:solidFill>
              </a:rPr>
              <a:t>↓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777240"/>
          </a:xfrm>
          <a:prstGeom prst="roundRect">
            <a:avLst>
              <a:gd name="adj" fmla="val 5882"/>
            </a:avLst>
          </a:prstGeom>
          <a:solidFill>
            <a:srgbClr val="1E3A5F">
              <a:alpha val="9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94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0" y="2194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问答引擎 | 文档处理 | 向量检索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0" y="2788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FF"/>
                </a:solidFill>
              </a:rPr>
              <a:t>↓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777240"/>
          </a:xfrm>
          <a:prstGeom prst="roundRect">
            <a:avLst>
              <a:gd name="adj" fmla="val 5882"/>
            </a:avLst>
          </a:prstGeom>
          <a:solidFill>
            <a:srgbClr val="1E3A5F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108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43200" y="3108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LLM大模型 | Embedding向量化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0" y="3703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FF"/>
                </a:solidFill>
              </a:rPr>
              <a:t>↓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5882"/>
            </a:avLst>
          </a:prstGeom>
          <a:solidFill>
            <a:srgbClr val="1E3A5F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23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743200" y="4023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向量数据库 | 文档存储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7B2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核心指标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011680" cy="25603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6459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≥85%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检索准确率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51760" y="1371600"/>
            <a:ext cx="2011680" cy="25603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51760" y="16459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7B2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≥80%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651760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答案相关性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1371600"/>
            <a:ext cx="2011680" cy="25603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6459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≥4.0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846320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用户满意度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040880" y="1371600"/>
            <a:ext cx="2011680" cy="25603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40880" y="16459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≤3s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040880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响应时间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基于真实场景测试数据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项目规划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1828800"/>
            <a:ext cx="0" cy="228600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1645920"/>
            <a:ext cx="365760" cy="36576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MVP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第1-2周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1965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可运行的问答Demo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0" y="16459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10B981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1645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已完成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88720" y="2743200"/>
            <a:ext cx="365760" cy="36576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1828800" y="2651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V1.0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0040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第3-4周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28800" y="3063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完整功能 + 文档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0" y="274320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00D4FF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2743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进行中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188720" y="3840480"/>
            <a:ext cx="365760" cy="36576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8" name="Text 16"/>
          <p:cNvSpPr/>
          <p:nvPr/>
        </p:nvSpPr>
        <p:spPr>
          <a:xfrm>
            <a:off x="1828800" y="3749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V1.1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0040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后续迭代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828800" y="4160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优化功能 + 用户反馈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0" y="384048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94A3B8">
              <a:alpha val="3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3840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规划中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7B2FFF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00D4FF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让知识触手可及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联系我们 | 产品咨询 | 技术支持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企业知识库智能问答助手</dc:title>
  <dc:subject>PptxGenJS Presentation</dc:subject>
  <dc:creator>Claude</dc:creator>
  <cp:lastModifiedBy>Claude</cp:lastModifiedBy>
  <cp:revision>1</cp:revision>
  <dcterms:created xsi:type="dcterms:W3CDTF">2026-04-06T05:04:55Z</dcterms:created>
  <dcterms:modified xsi:type="dcterms:W3CDTF">2026-04-06T05:04:55Z</dcterms:modified>
</cp:coreProperties>
</file>